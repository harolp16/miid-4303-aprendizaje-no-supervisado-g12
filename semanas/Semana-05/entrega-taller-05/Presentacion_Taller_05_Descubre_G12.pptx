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49adf6f49e4012" /><Relationship Type="http://schemas.openxmlformats.org/officeDocument/2006/relationships/extended-properties" Target="/docProps/app.xml" Id="Ra4c013c6d2c84d6e" /><Relationship Type="http://schemas.openxmlformats.org/officeDocument/2006/relationships/officeDocument" Target="/ppt/presentation.xml" Id="R7de8c0e2f28746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7ba5be94524ae2"/>
  </p:sldMasterIdLst>
  <p:notesMasterIdLst>
    <p:notesMasterId xmlns:r="http://schemas.openxmlformats.org/officeDocument/2006/relationships" r:id="R5973b05a199a4088"/>
  </p:notesMasterIdLst>
  <p:sldIdLst>
    <p:sldId xmlns:r="http://schemas.openxmlformats.org/officeDocument/2006/relationships" id="256" r:id="R9afdeaedb52e4976"/>
    <p:sldId xmlns:r="http://schemas.openxmlformats.org/officeDocument/2006/relationships" id="257" r:id="R905ff017fd2c4b31"/>
    <p:sldId xmlns:r="http://schemas.openxmlformats.org/officeDocument/2006/relationships" id="258" r:id="Rc3f52f4c8a4f409f"/>
    <p:sldId xmlns:r="http://schemas.openxmlformats.org/officeDocument/2006/relationships" id="259" r:id="R7a4c3c0f924c40ad"/>
    <p:sldId xmlns:r="http://schemas.openxmlformats.org/officeDocument/2006/relationships" id="260" r:id="R5d944674716c4034"/>
    <p:sldId xmlns:r="http://schemas.openxmlformats.org/officeDocument/2006/relationships" id="261" r:id="R5bfbb4479b234fd8"/>
    <p:sldId xmlns:r="http://schemas.openxmlformats.org/officeDocument/2006/relationships" id="262" r:id="R09a76109b0794670"/>
    <p:sldId xmlns:r="http://schemas.openxmlformats.org/officeDocument/2006/relationships" id="263" r:id="R926b07dfb0434d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ff263a062443a8" /><Relationship Type="http://schemas.openxmlformats.org/officeDocument/2006/relationships/slideMaster" Target="/ppt/slideMasters/slideMaster1.xml" Id="Rf67ba5be94524ae2" /><Relationship Type="http://schemas.openxmlformats.org/officeDocument/2006/relationships/notesMaster" Target="/ppt/notesMasters/notesMaster1.xml" Id="R5973b05a199a4088" /><Relationship Type="http://schemas.openxmlformats.org/officeDocument/2006/relationships/presProps" Target="/ppt/presProps.xml" Id="R2df9572063614d48" /><Relationship Type="http://schemas.openxmlformats.org/officeDocument/2006/relationships/tableStyles" Target="/ppt/tableStyles.xml" Id="R79fba0ced770411f" /><Relationship Type="http://schemas.openxmlformats.org/officeDocument/2006/relationships/slide" Target="/ppt/slides/slide1.xml" Id="R9afdeaedb52e4976" /><Relationship Type="http://schemas.openxmlformats.org/officeDocument/2006/relationships/slide" Target="/ppt/slides/slide2.xml" Id="R905ff017fd2c4b31" /><Relationship Type="http://schemas.openxmlformats.org/officeDocument/2006/relationships/slide" Target="/ppt/slides/slide3.xml" Id="Rc3f52f4c8a4f409f" /><Relationship Type="http://schemas.openxmlformats.org/officeDocument/2006/relationships/slide" Target="/ppt/slides/slide4.xml" Id="R7a4c3c0f924c40ad" /><Relationship Type="http://schemas.openxmlformats.org/officeDocument/2006/relationships/slide" Target="/ppt/slides/slide5.xml" Id="R5d944674716c4034" /><Relationship Type="http://schemas.openxmlformats.org/officeDocument/2006/relationships/slide" Target="/ppt/slides/slide6.xml" Id="R5bfbb4479b234fd8" /><Relationship Type="http://schemas.openxmlformats.org/officeDocument/2006/relationships/slide" Target="/ppt/slides/slide7.xml" Id="R09a76109b0794670" /><Relationship Type="http://schemas.openxmlformats.org/officeDocument/2006/relationships/slide" Target="/ppt/slides/slide8.xml" Id="R926b07dfb0434d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b3caa963fa46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c75b8d093944dd" /><Relationship Type="http://schemas.openxmlformats.org/officeDocument/2006/relationships/notesMaster" Target="/ppt/notesMasters/notesMaster1.xml" Id="Rb8a230975df641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ba553b9f6d4e48" /><Relationship Type="http://schemas.openxmlformats.org/officeDocument/2006/relationships/notesMaster" Target="/ppt/notesMasters/notesMaster1.xml" Id="R8e3940b9436947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0c56c06c044f34" /><Relationship Type="http://schemas.openxmlformats.org/officeDocument/2006/relationships/notesMaster" Target="/ppt/notesMasters/notesMaster1.xml" Id="R030d6aef0bf945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0e7429369c4973" /><Relationship Type="http://schemas.openxmlformats.org/officeDocument/2006/relationships/notesMaster" Target="/ppt/notesMasters/notesMaster1.xml" Id="R838a7e5133544a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32687142364414" /><Relationship Type="http://schemas.openxmlformats.org/officeDocument/2006/relationships/notesMaster" Target="/ppt/notesMasters/notesMaster1.xml" Id="R97ab9a43b2f04b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9b1dcf22504616" /><Relationship Type="http://schemas.openxmlformats.org/officeDocument/2006/relationships/notesMaster" Target="/ppt/notesMasters/notesMaster1.xml" Id="Re3f0c343634a4d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88c5b2217a4904" /><Relationship Type="http://schemas.openxmlformats.org/officeDocument/2006/relationships/notesMaster" Target="/ppt/notesMasters/notesMaster1.xml" Id="Rc6a39ea26f5d4a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ac75e9422142ee" /><Relationship Type="http://schemas.openxmlformats.org/officeDocument/2006/relationships/notesMaster" Target="/ppt/notesMasters/notesMaster1.xml" Id="Rbb1e456a4fa843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Responder desde el inicio: Apriori gana para el objetivo Descubre, pero la evidencia histórica solo justifica un piloto controlado.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Taller_05_Recomendar_descubrir_G12.ipynb; secciones 5–7</a:t>
            </a:r>
          </a:p>
          <a:p xmlns:a="http://schemas.openxmlformats.org/drawingml/2006/main">
            <a:r>
              <a:t>- resultados/ranking_motores.csv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dataset sirve para comparar motores. No permite concluir qué artista debe recomendarse en la plataforma actual.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resultados/resumen.json</a:t>
            </a:r>
          </a:p>
          <a:p xmlns:a="http://schemas.openxmlformats.org/drawingml/2006/main">
            <a:r>
              <a:t>- resultados/popularidad_artistas.csv</a:t>
            </a:r>
          </a:p>
          <a:p xmlns:a="http://schemas.openxmlformats.org/drawingml/2006/main">
            <a:r>
              <a:t>- Recomendar lo que ya suena o ayudar a descubrir.pdf; páginas 2–3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primero la jerarquía, después el método. El puntaje de negocio hace explícitas las prioridades; no pretende ser una verdad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resultados/ranking_motores.csv</a:t>
            </a:r>
          </a:p>
          <a:p xmlns:a="http://schemas.openxmlformats.org/drawingml/2006/main">
            <a:r>
              <a:t>- Taller_05_Recomendar_descubrir_G12.ipynb; sección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tamaño de los puntos codifica novedad. Señalar que más cobertura no equivale a cobertura suficiente: 600 sigue siendo solo 3,4% del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figuras/02_ranking_motores.png</a:t>
            </a:r>
          </a:p>
          <a:p xmlns:a="http://schemas.openxmlformats.org/drawingml/2006/main">
            <a:r>
              <a:t>- resultados/ranking_motores.csv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vender gustos inferidos como certeza. La lista de Apriori es trazable a antecedentes concretos; la lista SVD proviene del espacio latente.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resultados/recomendaciones_usuario_8_comparadas.csv</a:t>
            </a:r>
          </a:p>
          <a:p xmlns:a="http://schemas.openxmlformats.org/drawingml/2006/main">
            <a:r>
              <a:t>- resultados/perfil_usuario_8.csv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Diferenciar confianza y lift: el lift descuenta popularidad del consecuente, mientras la confianza mide frecuencia condicional.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resultados/resumen.json</a:t>
            </a:r>
          </a:p>
          <a:p xmlns:a="http://schemas.openxmlformats.org/drawingml/2006/main">
            <a:r>
              <a:t>- resultados/reglas_apriori_top.csv</a:t>
            </a:r>
          </a:p>
          <a:p xmlns:a="http://schemas.openxmlformats.org/drawingml/2006/main">
            <a:r>
              <a:t>- S5_LSC2_MBA.ipynb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tres puertas son secuenciales: no se usa el éxito offline como permiso automático de escalar.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Taller_05_Recomendar_descubrir_G12.ipynb; secciones 6–8</a:t>
            </a:r>
          </a:p>
          <a:p xmlns:a="http://schemas.openxmlformats.org/drawingml/2006/main">
            <a:r>
              <a:t>- Guia_Estudio_MIID4303_Semana5_Recomendadores_Filtrado_Colaborativo_SVD_AB_Calidad_Maxima.pptx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pidiendo una decisión concreta: presupuesto y acceso a logs para revalidación y A/B. El éxito primario es escucha nueva sostenida, no clic.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Taller_05_Recomendar_descubrir_G12.ipynb; sección 7</a:t>
            </a:r>
          </a:p>
          <a:p xmlns:a="http://schemas.openxmlformats.org/drawingml/2006/main">
            <a:r>
              <a:t>- resultados/ranking_motores.csv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18d433c874a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97b053d94d4321" /><Relationship Type="http://schemas.openxmlformats.org/officeDocument/2006/relationships/slideLayout" Target="/ppt/slideLayouts/slideLayout1.xml" Id="R1dc548c5ade643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c548c5ade643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cb25b7e684190" /><Relationship Type="http://schemas.openxmlformats.org/officeDocument/2006/relationships/notesSlide" Target="/ppt/notesSlides/notesSlide1.xml" Id="R4821be63fe7544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f1874a4244151" /><Relationship Type="http://schemas.openxmlformats.org/officeDocument/2006/relationships/notesSlide" Target="/ppt/notesSlides/notesSlide2.xml" Id="R206b057297a143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fb667782b42b3" /><Relationship Type="http://schemas.openxmlformats.org/officeDocument/2006/relationships/notesSlide" Target="/ppt/notesSlides/notesSlide3.xml" Id="Rf0a276e20ff347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5fd81ef3e4537" /><Relationship Type="http://schemas.openxmlformats.org/officeDocument/2006/relationships/image" Target="/ppt/media/image.png" Id="R79f42ad0c0a24e92" /><Relationship Type="http://schemas.openxmlformats.org/officeDocument/2006/relationships/notesSlide" Target="/ppt/notesSlides/notesSlide4.xml" Id="R4fc8e679238549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c22635ba94ee1" /><Relationship Type="http://schemas.openxmlformats.org/officeDocument/2006/relationships/notesSlide" Target="/ppt/notesSlides/notesSlide5.xml" Id="R37801a3203ff40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dc3c3e00a47e3" /><Relationship Type="http://schemas.openxmlformats.org/officeDocument/2006/relationships/notesSlide" Target="/ppt/notesSlides/notesSlide6.xml" Id="R84a13f3ea1b24c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869a95f194e90" /><Relationship Type="http://schemas.openxmlformats.org/officeDocument/2006/relationships/notesSlide" Target="/ppt/notesSlides/notesSlide7.xml" Id="Re9a40430bded4e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58b4ec26647a2" /><Relationship Type="http://schemas.openxmlformats.org/officeDocument/2006/relationships/notesSlide" Target="/ppt/notesSlides/notesSlide8.xml" Id="R549dfd53e09640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57673-178E-465E-ACB6-84BA5C6B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9A7C1-2385-4FD0-9B16-989819A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MIID 4303 · SEMANA 5 · GRUPO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8FFDA-2B7C-4FD7-B1EB-E557AF2F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Pilotear Apriori,</a:t>
            </a:r>
          </a:p>
          <a:p xmlns:a="http://schemas.openxmlformats.org/drawingml/2006/main">
            <a:pPr algn="l">
              <a:defRPr sz="5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 lanzar a ciegas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45428-E69C-461C-B8B5-1F4FCDF4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Motor principal para Descubre, con popularidad como respaldo y una posición de exploración controlada.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A8208-73E2-4414-B673-0D7D73A0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17498-AED8-4FBB-8F1B-AE942C75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Decisión solicitada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84976-3856-4F3A-A0F1-F5832B7A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482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Autorizar un A/B limitado antes de cualquier despliegue general.</a:t>
            </a:r>
          </a:p>
        </p:txBody>
      </p:sp>
    </p:spTree>
    <p:extLst>
      <p:ext uri="{BB962C8B-B14F-4D97-AF65-F5344CB8AC3E}">
        <p14:creationId xmlns:p14="http://schemas.microsoft.com/office/powerpoint/2010/main" val="716328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B7D3DF-BFE4-4F52-906C-52E00510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68DFE85-B3D0-4C8A-9678-7227239B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 señal es escasa justo donde más se necesita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6C265-528C-44A1-BF38-88BB3765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912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686D4-6558-4943-8E76-AC279754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La cola que el cliente quiere visibilizar es también la que menos información colaborativa aporta.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7FAFD-6308-45CC-81DC-85C97A6D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9717E-5A7D-4AC4-8B48-9FBB2A36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0,28%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F24B2-C855-4BD8-BB39-C7054CD8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densidad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77AE6-AAC9-4E20-8E0D-EBF6440F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92.834 pares sobre 33,4 millones posibles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073E9-8937-4164-ADC3-9DEA4B80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28875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430A4-AAC1-4181-BCCA-0336FEFA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622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60,6%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A9479-8A6F-420B-A571-A04DD924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571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del catálogo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B0C68-C7C7-4435-975C-DC781CC8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1480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10.679 artistas tienen un solo oyente observado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7E56A-63B3-4A12-BDFB-99A5FCC5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28875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14A92-646C-4BD2-BAB8-F6928546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Top 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58233-A01F-4517-9350-E14F94E4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71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perfil truncado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19720-2229-4914-BBCF-F55AEB1C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1480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ausencia significa desconocido, no rechazo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DED9E-98B5-498D-90DE-B5F55841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7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Consecuencia: ningún motor colaborativo rescata por sí solo la cola extrema; el producto debe reservar exploración.</a:t>
            </a:r>
          </a:p>
        </p:txBody>
      </p:sp>
    </p:spTree>
    <p:extLst>
      <p:ext uri="{BB962C8B-B14F-4D97-AF65-F5344CB8AC3E}">
        <p14:creationId xmlns:p14="http://schemas.microsoft.com/office/powerpoint/2010/main" val="4754817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1440F-0214-485E-A06C-E14C87E9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4DCC13B-4E92-4AD7-AA37-6840D97C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Apriori lidera el ranking alineado con Descubre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AE1CE-4618-43C2-BCC9-40BB5FFE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912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0F49C-3E5B-4D2F-AF9A-2C341BDE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35% relevancia · 20% cobertura · 15% novedad · 15% personalización · 15% explicación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1828800"/>
          <a:ext xmlns:a="http://schemas.openxmlformats.org/drawingml/2006/main" cx="11391900" cy="32194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3238500"/>
                <a:gridCol w="1619250"/>
                <a:gridCol w="1524000"/>
                <a:gridCol w="1619250"/>
                <a:gridCol w="1428750"/>
                <a:gridCol w="1714500"/>
              </a:tblGrid>
              <a:tr h="5365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Motor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Recall@10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MRR@10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Cobertura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Artistas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Puntaje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425" b="1"/>
                        <a:t>Apriori</a:t>
                      </a:r>
                    </a:p>
                  </a:txBody>
                  <a:tcPr marL="91440" marR="91440" marT="45720" marB="45720"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/>
                        <a:t>0,177</a:t>
                      </a:r>
                    </a:p>
                  </a:txBody>
                  <a:tcPr marL="91440" marR="91440" marT="45720" marB="45720"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/>
                        <a:t>0,512</a:t>
                      </a:r>
                    </a:p>
                  </a:txBody>
                  <a:tcPr marL="91440" marR="91440" marT="45720" marB="45720"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/>
                        <a:t>3,40%</a:t>
                      </a:r>
                    </a:p>
                  </a:txBody>
                  <a:tcPr marL="91440" marR="91440" marT="45720" marB="45720"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/>
                        <a:t>600</a:t>
                      </a:r>
                    </a:p>
                  </a:txBody>
                  <a:tcPr marL="91440" marR="91440" marT="45720" marB="45720"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/>
                        <a:t>0,990</a:t>
                      </a:r>
                    </a:p>
                  </a:txBody>
                  <a:tcPr marL="91440" marR="91440" marT="45720" marB="45720">
                    <a:solidFill>
                      <a:srgbClr val="EAF6FC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350"/>
                        <a:t>Coseno usuario–usuario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0,172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0,481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3,50%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617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0,908</a:t>
                      </a:r>
                    </a:p>
                  </a:txBody>
                  <a:tcPr marL="91440" marR="91440" marT="45720" marB="45720"/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350"/>
                        <a:t>SVD · K=25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0,165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0,453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1,83%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323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0,706</a:t>
                      </a:r>
                    </a:p>
                  </a:txBody>
                  <a:tcPr marL="91440" marR="91440" marT="45720" marB="45720"/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350"/>
                        <a:t>Popularidad simple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0,070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0,189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0,15%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0,151</a:t>
                      </a:r>
                    </a:p>
                  </a:txBody>
                  <a:tcPr marL="91440" marR="91440" marT="45720" marB="45720"/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350"/>
                        <a:t>Popularidad ponderada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0,070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0,190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0,16%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0,151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32B3C-4624-4166-8BD0-A231CE55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Lectura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4C54F-F75C-4B14-B628-FE726C64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149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Apriori no gana solo por novedad: también obtiene el mejor Recall y MRR en el holdout.</a:t>
            </a:r>
          </a:p>
        </p:txBody>
      </p:sp>
    </p:spTree>
    <p:extLst>
      <p:ext uri="{BB962C8B-B14F-4D97-AF65-F5344CB8AC3E}">
        <p14:creationId xmlns:p14="http://schemas.microsoft.com/office/powerpoint/2010/main" val="20318411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EFBB5-1E1B-4983-BF43-17D9EBF6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89D7EC1-8CC6-4448-9BF2-B6DBE6FB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Relevancia y descubrimiento entran en tensión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6BDC0-0ADA-4E45-A037-6EE90B84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912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42ad0c0a24e92"/>
          <a:stretch xmlns:a="http://schemas.openxmlformats.org/drawingml/2006/main"/>
        </p:blipFill>
        <p:spPr>
          <a:xfrm xmlns:a="http://schemas.openxmlformats.org/drawingml/2006/main">
            <a:off x="400050" y="2264843"/>
            <a:ext cx="7524750" cy="256643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4543A-227A-4FE4-BAEC-1F1A92C9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76375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E3D49-FAA8-4A44-956A-5CBC0F21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764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27–29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8BEA8-C472-4A99-900F-29393D1E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09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artistas cubre la popularidad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952B6-F3C8-4DEA-840F-9497CFA6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C1665-6F41-4C37-9313-937EC2EB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artistas cubre Apriori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FDECE-811F-41DC-BF1A-E083D5A9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29125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Pero la cola extrema sigue fuera: las cinco alternativas necesitan exploración explícita y límites de exposición.</a:t>
            </a:r>
          </a:p>
        </p:txBody>
      </p:sp>
    </p:spTree>
    <p:extLst>
      <p:ext uri="{BB962C8B-B14F-4D97-AF65-F5344CB8AC3E}">
        <p14:creationId xmlns:p14="http://schemas.microsoft.com/office/powerpoint/2010/main" val="761484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DCDAA-3B16-432E-B7C4-F7E15248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19E9A31C-7B6E-4BA5-A3BB-00C4B6EB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 usuario 8 revela qué hipótesis hace cada motor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15C69-460C-4FC3-8A3C-5626FA78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912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AC1F5-BBD2-48EF-B978-835D62DD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Se excluyen sus artistas ya observados; los nombres ilustran el motor, no una lista válida para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8D28A-C8D5-4F8C-8DD6-7B567D00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5B66"/>
                </a:solidFill>
                <a:latin typeface="Arial"/>
                <a:ea typeface="Arial"/>
                <a:cs typeface="Arial"/>
              </a:rPr>
              <a:t>POPULARIDAD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5F2D1-D8AA-4262-95D5-91815A05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3476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5389B-A3B8-4829-B150-2C847172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300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Beatles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Madonna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Muse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Avril Lavigne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Paramore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7408D-DDEC-46E8-9C9A-AD01D6AD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Igual para perfiles parecidos; concentra exposición.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19CF9-20DF-434E-BD8B-A9EFBCF0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5B66"/>
                </a:solidFill>
                <a:latin typeface="Arial"/>
                <a:ea typeface="Arial"/>
                <a:cs typeface="Arial"/>
              </a:rPr>
              <a:t>COSENO / SVD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907A9-FD59-4598-860F-EEF65B28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28875"/>
            <a:ext cx="3476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B4EA0-C5FB-4181-A8F2-55BF283A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86050"/>
            <a:ext cx="300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Madonna · Leona Lewis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Kylie Minogue · Alicia Keys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Ke$ha · Jordin Sparks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Shakira · Glee Cast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EC610-052A-4FCA-A60D-0BE64F0E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09587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Personaliza, pero la explicación es menos directa en SVD.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F53C0-312B-425B-8D8B-134380B1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52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APRIORI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BC15A-29C4-4E55-A87F-93BA55E9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28875"/>
            <a:ext cx="3476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4E494-9AA4-4049-808C-417861EB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86050"/>
            <a:ext cx="300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Shakira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Ke$ha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Avril Lavigne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Miley Cyrus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Madonna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32022-2FF6-4552-B4A5-F188641A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9587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Activa coocurrencias y permite decir ‘porque escuchaste X’.</a:t>
            </a:r>
          </a:p>
        </p:txBody>
      </p:sp>
    </p:spTree>
    <p:extLst>
      <p:ext uri="{BB962C8B-B14F-4D97-AF65-F5344CB8AC3E}">
        <p14:creationId xmlns:p14="http://schemas.microsoft.com/office/powerpoint/2010/main" val="17542360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428D1-E6DC-4A6A-BD53-D5909617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2DD71972-0B42-4A0B-A54C-F8C7D702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Apriori es fuerte donde importa y débil donde falta señal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3097B-644F-4B20-8361-48F7FA64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912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9E772-3267-4B4E-9E7F-6215BA3C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La recomendación acepta conscientemente un alcance limitado a cambio de pertinencia y explicación.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07BDA-03D5-4E72-AABF-EB13095E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1435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A5EE7-5DA6-46E9-B25B-3B9500A1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FORTALEZAS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1C610-20A1-4E9A-828E-2C090E47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3338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Mejor Recall@10 y MRR@10</a:t>
            </a:r>
          </a:p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Personalización 0,945</a:t>
            </a:r>
          </a:p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49.819 reglas auditables</a:t>
            </a:r>
          </a:p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Explicación directa desde el perfil</a:t>
            </a:r>
          </a:p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No confunde confianza con lift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665F7-D0AE-461D-9AF1-857E4DD4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545782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E315C-AF1B-49BB-9E16-EDE1E37A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LIMITACIONES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93566-1C53-4D8B-BEC8-1EA073C1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81300"/>
            <a:ext cx="461962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26 usuarios requieren fallback</a:t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Soporte mínimo excluye la cola extrema</a:t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Reglas capturan asociación, no causalidad</a:t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Catálogo y hábitos son de 2011</a:t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Sin tiempo, el holdout no simula futuro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4D7AB-CAD8-4579-8455-CE6BD985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Condición: una posición de exploración debe generar nueva evidencia sin degradar la experiencia.</a:t>
            </a:r>
          </a:p>
        </p:txBody>
      </p:sp>
    </p:spTree>
    <p:extLst>
      <p:ext uri="{BB962C8B-B14F-4D97-AF65-F5344CB8AC3E}">
        <p14:creationId xmlns:p14="http://schemas.microsoft.com/office/powerpoint/2010/main" val="3583005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5BBC6-8507-494C-945E-A26B81E3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9A3B45FD-34E5-48B0-8DA8-19D3FCDC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Tres puertas separan el análisis del despliegue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28A7F-37F2-4441-A9C3-58772CF1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912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42E32-A2EA-4AFD-A38F-2D02165A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B37CF-CB47-4DD3-B904-EA968BF9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02698-AE99-46A0-A105-623F29C5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 · REVALIDAR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60747-1E6C-44AA-803B-E1604DBE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Logs actuales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74747-3FE4-4FB1-96E3-64E5CD5D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Split temporal, bots, catálogo vigente y segmentos.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011ED-23BC-4DAD-9399-006F1A19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003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07C79-DE2D-4438-B814-8D67B2C7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62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 · PILOTEAR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3331A-440B-4B8A-9308-909CFB7D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623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A/B persistente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92387-1A36-4AAF-8368-559CFD36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957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Apriori frente a popularidad; guardrails predefinidos.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91981-0838-4808-AA79-20B510C3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03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7CBEB-1B38-4C9B-AABF-4E466E93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 · ESCALAR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A060F-37F2-4ED0-AF20-1F64A275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623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Solo si cumple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A986A-F741-46F6-BAC2-C97F5242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Descubrimiento mejora sin concentración ni skips.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DFC00-3C8E-4EA5-B494-87B30BC9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Controles transversales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7CA7A8-3D90-47EB-8A8E-3908B03F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38775"/>
            <a:ext cx="833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58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5B66"/>
                </a:solidFill>
                <a:latin typeface="Arial"/>
                <a:ea typeface="Arial"/>
                <a:cs typeface="Arial"/>
              </a:rPr>
              <a:t>excluir escuchados · tope por artista/sello · filtro editorial · registro de reglas · alerta de fallback &gt;5%</a:t>
            </a:r>
          </a:p>
        </p:txBody>
      </p:sp>
    </p:spTree>
    <p:extLst>
      <p:ext uri="{BB962C8B-B14F-4D97-AF65-F5344CB8AC3E}">
        <p14:creationId xmlns:p14="http://schemas.microsoft.com/office/powerpoint/2010/main" val="15451072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DAC49-AC47-4C72-ABBC-43BC1BEC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45889-6938-4D8D-B2D5-D1EE8A18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75A6A-391C-4CEC-B2F9-4C5FEFC6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990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Autorizar un piloto</a:t>
            </a:r>
          </a:p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controlado de Apriori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49C0E-D17E-4823-B463-EA87938C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5B66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4F660-61B9-425E-8406-66E37EB1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289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Popularidad ponderada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045F9-0C13-49BC-9908-EDF5162A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052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A3D6D-6BEE-4415-8CF6-B72855ED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5B66"/>
                </a:solidFill>
                <a:latin typeface="Arial"/>
                <a:ea typeface="Arial"/>
                <a:cs typeface="Arial"/>
              </a:rPr>
              <a:t>TRATAMIENTO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2D890-7570-4F26-BF53-0A15F362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719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8 Apriori + 1 exploración + 1 respaldo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5B582-54D7-4063-99FD-5CAAA6C6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481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E55BD-A738-4C50-AC67-D78629A7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5B66"/>
                </a:solidFill>
                <a:latin typeface="Arial"/>
                <a:ea typeface="Arial"/>
                <a:cs typeface="Arial"/>
              </a:rPr>
              <a:t>ÉXITO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2F674-FB03-419D-9A47-06BA8B6C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148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Más artistas nuevos escuchados, sin empeorar skips ni concentración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D6D5C-855F-484C-94F4-8B78CEB8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911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CC853-20B8-4FD7-85FE-60D9D4B0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No lanzar si los datos actuales revierten el ranking o si los guardrails fallan.</a:t>
            </a:r>
          </a:p>
        </p:txBody>
      </p:sp>
    </p:spTree>
    <p:extLst>
      <p:ext uri="{BB962C8B-B14F-4D97-AF65-F5344CB8AC3E}">
        <p14:creationId xmlns:p14="http://schemas.microsoft.com/office/powerpoint/2010/main" val="2006199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2026-09-03T04:12:50.2760000Z</dcterms:created>
  <dcterms:modified xsi:type="dcterms:W3CDTF">2026-09-03T04:12:50.2770000Z</dcterms:modified>
</coreProperties>
</file>