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39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MIID 4303 · Aprendizaje No Supervisado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5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visual de estudio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155680" cy="0"/>
          </a:xfrm>
          <a:prstGeom prst="line">
            <a:avLst/>
          </a:prstGeom>
          <a:noFill/>
          <a:ln w="12700">
            <a:solidFill>
              <a:srgbClr val="D8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922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3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Fuente: transcripción del video introductorio del curso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406640" y="-365760"/>
            <a:ext cx="5394960" cy="5394960"/>
          </a:xfrm>
          <a:prstGeom prst="arc">
            <a:avLst/>
          </a:prstGeom>
          <a:solidFill>
            <a:srgbClr val="6F3CC3">
              <a:alpha val="65000"/>
            </a:srgbClr>
          </a:solidFill>
          <a:ln w="12700">
            <a:solidFill>
              <a:srgbClr val="6F3CC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600000">
            <a:off x="8503920" y="1188720"/>
            <a:ext cx="4114800" cy="4114800"/>
          </a:xfrm>
          <a:prstGeom prst="arc">
            <a:avLst/>
          </a:prstGeom>
          <a:solidFill>
            <a:srgbClr val="12C2D9">
              <a:alpha val="80000"/>
            </a:srgbClr>
          </a:solidFill>
          <a:ln w="12700">
            <a:solidFill>
              <a:srgbClr val="12C2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66928"/>
            <a:ext cx="2468880" cy="310896"/>
          </a:xfrm>
          <a:prstGeom prst="roundRect">
            <a:avLst>
              <a:gd name="adj" fmla="val 23529"/>
            </a:avLst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21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MIAD · Módulo introductorio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Introducción al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Aprendizaje No Supervisado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8E6"/>
                </a:solidFill>
              </a:rPr>
              <a:t>De “predecir una respuesta” a descubrir patrones sin etiquetas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754880"/>
            <a:ext cx="1371600" cy="777240"/>
          </a:xfrm>
          <a:prstGeom prst="round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50017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 respuesta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67128" y="4956048"/>
            <a:ext cx="201168" cy="347472"/>
          </a:xfrm>
          <a:prstGeom prst="chevron">
            <a:avLst/>
          </a:prstGeom>
          <a:solidFill>
            <a:srgbClr val="90A4BE"/>
          </a:solidFill>
          <a:ln w="12700">
            <a:solidFill>
              <a:srgbClr val="90A4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4754880"/>
            <a:ext cx="1371600" cy="777240"/>
          </a:xfrm>
          <a:prstGeom prst="round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50017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Similitud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4956048"/>
            <a:ext cx="201168" cy="347472"/>
          </a:xfrm>
          <a:prstGeom prst="chevron">
            <a:avLst/>
          </a:prstGeom>
          <a:solidFill>
            <a:srgbClr val="90A4BE"/>
          </a:solidFill>
          <a:ln w="12700">
            <a:solidFill>
              <a:srgbClr val="90A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2504" y="4754880"/>
            <a:ext cx="1371600" cy="777240"/>
          </a:xfrm>
          <a:prstGeom prst="round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50017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Grupos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22392" y="4956048"/>
            <a:ext cx="201168" cy="347472"/>
          </a:xfrm>
          <a:prstGeom prst="chevron">
            <a:avLst/>
          </a:prstGeom>
          <a:solidFill>
            <a:srgbClr val="90A4BE"/>
          </a:solidFill>
          <a:ln w="12700">
            <a:solidFill>
              <a:srgbClr val="90A4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0136" y="4754880"/>
            <a:ext cx="1371600" cy="777240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33288" y="500176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Decisión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8"/>
                </a:solidFill>
              </a:rPr>
              <a:t>Guía visual basada en la transcripción del video del curso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debes comprender al terminar esta guía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658368" cy="658368"/>
          </a:xfrm>
          <a:prstGeom prst="ellipse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2494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08176" y="2231136"/>
            <a:ext cx="640080" cy="274320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Contexto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Crédito y riesgo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2057400"/>
            <a:ext cx="658368" cy="65836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2494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75888" y="2231136"/>
            <a:ext cx="640080" cy="274320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Diferencia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Con / sin respuesta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93792" y="2057400"/>
            <a:ext cx="658368" cy="658368"/>
          </a:xfrm>
          <a:prstGeom prst="ellipse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22494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231136"/>
            <a:ext cx="640080" cy="274320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Problema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Trabajo “a ciegas”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61504" y="2057400"/>
            <a:ext cx="658368" cy="65836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22494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11312" y="2231136"/>
            <a:ext cx="640080" cy="274320"/>
          </a:xfrm>
          <a:prstGeom prst="chevron">
            <a:avLst/>
          </a:prstGeom>
          <a:solidFill>
            <a:srgbClr val="B7C2D4"/>
          </a:solidFill>
          <a:ln w="12700">
            <a:solidFill>
              <a:srgbClr val="B7C2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Solución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41464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Agrupar por similitud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2057400"/>
            <a:ext cx="658368" cy="658368"/>
          </a:xfrm>
          <a:prstGeom prst="ellipse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22494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64624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Valor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09176" y="3246120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Escalar a muchas variables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315968"/>
            <a:ext cx="10561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315968"/>
            <a:ext cx="91440" cy="11430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480560"/>
            <a:ext cx="10149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Idea central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51560" y="4882896"/>
            <a:ext cx="10149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El aprendizaje no supervisado permite explorar estructuras y grupos cuando no existe una variable de respuesta observada que “supervise” el análisis.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caso que motiva el tema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entidad crediticia necesita clasificar clientes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91440" cy="3566160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76479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Información disponible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2167128"/>
            <a:ext cx="288036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Para cada cliente existe un vector de características xᵢ con variables como: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• Ingreso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• Puntaje crediticio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• Educación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• Otras características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60020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2272" y="1600200"/>
            <a:ext cx="91440" cy="356616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76479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Pregunta de negocio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167128"/>
            <a:ext cx="288036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¿La persona debería recibir o no el crédito?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La organización quiere tomar una decisión a partir de los datos disponibles.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47888" y="160020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600200"/>
            <a:ext cx="91440" cy="3566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76479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Dos escenarios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76488" y="2167128"/>
            <a:ext cx="288036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1. Existe una respuesta histórica.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2. No existe una respuesta asociada.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La diferencia entre ambos escenarios define el tipo de aprendizaje.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1880" y="55321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xᵢ = [ingreso, puntaje, educación, …]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1: aprendizaje supervisado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incluyen predictores y una respuesta observada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4630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212848"/>
            <a:ext cx="12435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Características xᵢ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32688" y="2615184"/>
            <a:ext cx="124358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Ingreso, puntaje, educación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450592" y="2414016"/>
            <a:ext cx="411480" cy="365760"/>
          </a:xfrm>
          <a:prstGeom prst="chevron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2011680"/>
            <a:ext cx="14630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2212848"/>
            <a:ext cx="12435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Respuesta yᵢ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27248" y="2615184"/>
            <a:ext cx="124358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Crédito sí / no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45152" y="2414016"/>
            <a:ext cx="411480" cy="365760"/>
          </a:xfrm>
          <a:prstGeom prst="chevron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2011680"/>
            <a:ext cx="1463040" cy="1188720"/>
          </a:xfrm>
          <a:prstGeom prst="roundRect">
            <a:avLst/>
          </a:prstGeom>
          <a:solidFill>
            <a:srgbClr val="6F3CC3"/>
          </a:solidFill>
          <a:ln w="15240">
            <a:solidFill>
              <a:srgbClr val="6F3C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2212848"/>
            <a:ext cx="12435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Entrenar f(x)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04688" y="2615184"/>
            <a:ext cx="124358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EDE7F7"/>
                </a:solidFill>
              </a:rPr>
              <a:t>Relacionar x con y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022592" y="2414016"/>
            <a:ext cx="411480" cy="365760"/>
          </a:xfrm>
          <a:prstGeom prst="chevron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011680"/>
            <a:ext cx="14630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2212848"/>
            <a:ext cx="12435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Nuevo cliente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82128" y="2615184"/>
            <a:ext cx="124358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Ingresar sus datos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400032" y="2414016"/>
            <a:ext cx="411480" cy="365760"/>
          </a:xfrm>
          <a:prstGeom prst="chevron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2011680"/>
            <a:ext cx="146304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2212848"/>
            <a:ext cx="1243584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Predicción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76688" y="2615184"/>
            <a:ext cx="124358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Aprobar / negar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005840" y="39776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977640"/>
            <a:ext cx="91440" cy="1234440"/>
          </a:xfrm>
          <a:prstGeom prst="rect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14223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Qué “supervisa” el análisis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544568"/>
            <a:ext cx="44348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La respuesta observada permite medir si el modelo aprende la relación correcta entre predictores y resultado.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9776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977640"/>
            <a:ext cx="91440" cy="1234440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142232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Objetivo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4544568"/>
            <a:ext cx="443484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Predecir la respuesta de observaciones futuras a partir de sus características.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 2: aprendizaje no supervisado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 xᵢ, pero no hay una respuesta yᵢ asociada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017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Datos disponibles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6060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C2D9"/>
                </a:solidFill>
              </a:rPr>
              <a:t>xᵢ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34440" y="3520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Predictores o características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50"/>
                </a:solidFill>
              </a:rPr>
              <a:t>NO existe yᵢ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2743200"/>
            <a:ext cx="960120" cy="594360"/>
          </a:xfrm>
          <a:prstGeom prst="chevron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737360"/>
            <a:ext cx="5577840" cy="2926080"/>
          </a:xfrm>
          <a:prstGeom prst="roundRect">
            <a:avLst/>
          </a:prstGeom>
          <a:solidFill>
            <a:srgbClr val="FFF8E1"/>
          </a:solidFill>
          <a:ln w="16510">
            <a:solidFill>
              <a:srgbClr val="F4C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F3A"/>
                </a:solidFill>
              </a:rPr>
              <a:t>“Trabajamos a ciegas”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4480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24A"/>
                </a:solidFill>
              </a:rPr>
              <a:t>No es posible entrenar un modelo para predecir una respuesta que no existe. El análisis debe orientarse a descubrir estructura, similitudes o agrupaciones presentes en los datos.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5074920"/>
            <a:ext cx="10287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074920"/>
            <a:ext cx="91440" cy="86868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239512"/>
            <a:ext cx="9875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Definición operativa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5641848"/>
            <a:ext cx="98755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Es no supervisado porque ninguna variable de respuesta observada guía o supervisa el análisis.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Supervisado vs. no supervisado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decisiva es la presencia de una respuesta observada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972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45920"/>
            <a:ext cx="1097280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10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Criterio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810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43800" y="1810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supervisado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" y="2304288"/>
            <a:ext cx="10954512" cy="6400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68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Datos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56432" y="2432304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x + 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9480" y="2432304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Solo 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31455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Pregunta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56432" y="3108960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¿Qué resultado ocurrirá?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3108960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¿Qué estructura existe?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" y="3657600"/>
            <a:ext cx="10954512" cy="6400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Objetivo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56432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Predecir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Explorar / agrupar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4498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Ejemplo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56432" y="4462272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Aprobar o negar crédito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4462272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Descubrir grupos de riesgo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" y="5010912"/>
            <a:ext cx="10954512" cy="6400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1755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Validación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56432" y="5138928"/>
            <a:ext cx="3657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Comparar predicción con 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5138928"/>
            <a:ext cx="3840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Coherencia, separación e interpretación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tarea posible: análisis de clústeres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 observaciones según la similitud de sus características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5212080"/>
            <a:ext cx="4480560" cy="0"/>
          </a:xfrm>
          <a:prstGeom prst="line">
            <a:avLst/>
          </a:prstGeom>
          <a:noFill/>
          <a:ln w="15240">
            <a:solidFill>
              <a:srgbClr val="93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057400"/>
            <a:ext cx="0" cy="3154680"/>
          </a:xfrm>
          <a:prstGeom prst="line">
            <a:avLst/>
          </a:prstGeom>
          <a:noFill/>
          <a:ln w="15240">
            <a:solidFill>
              <a:srgbClr val="93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53218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Ingreso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320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</a:rPr>
              <a:t>Puntaje crediticio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4389120"/>
            <a:ext cx="164592" cy="1645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4069080"/>
            <a:ext cx="164592" cy="1645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4297680"/>
            <a:ext cx="164592" cy="1645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4617720"/>
            <a:ext cx="164592" cy="1645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3931920"/>
            <a:ext cx="164592" cy="1645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3794760"/>
            <a:ext cx="164592" cy="164592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743200"/>
            <a:ext cx="164592" cy="16459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560320"/>
            <a:ext cx="164592" cy="16459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063240"/>
            <a:ext cx="164592" cy="16459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337560"/>
            <a:ext cx="164592" cy="16459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2331720"/>
            <a:ext cx="164592" cy="16459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3246120"/>
            <a:ext cx="164592" cy="16459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4709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50"/>
                </a:solidFill>
              </a:rPr>
              <a:t>Grupo 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0574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D72"/>
                </a:solidFill>
              </a:rPr>
              <a:t>Grupo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69164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691640"/>
            <a:ext cx="91440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85623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Supuesto exploratorio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2258568"/>
            <a:ext cx="4160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Podrían existir dos grupos distintos: clientes de mayor y menor riesgo.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12280" y="342900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3429000"/>
            <a:ext cx="91440" cy="141732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59359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Clave metodológica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40880" y="3995928"/>
            <a:ext cx="416052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Los grupos se forman sin observar una etiqueta previa de “riesgo”.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18120" y="5257800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53126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Agrupar por similitud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es valioso?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inspección visual deja de ser suficiente cuando crece la dimensionalidad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713232" cy="713232"/>
          </a:xfrm>
          <a:prstGeom prst="ellipse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2 variables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0" y="1581912"/>
            <a:ext cx="7040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24A"/>
                </a:solidFill>
              </a:rPr>
              <a:t>La visualización directa puede revelar grupos con relativa facilidad.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713232" cy="7132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4612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3 o más variables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57600" y="2999232"/>
            <a:ext cx="7040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24A"/>
                </a:solidFill>
              </a:rPr>
              <a:t>La estructura ya no puede inspeccionarse completamente en un gráfico simple.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80560"/>
            <a:ext cx="713232" cy="713232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6634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4434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Alta dimensión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0" y="4416552"/>
            <a:ext cx="7040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24A"/>
                </a:solidFill>
              </a:rPr>
              <a:t>Los algoritmos permiten explorar relaciones que no son visibles a simple vista.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43000" y="5486400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5486400"/>
            <a:ext cx="91440" cy="713232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5650992"/>
            <a:ext cx="9464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Conclusión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6053328"/>
            <a:ext cx="94640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El aprendizaje no supervisado aporta herramientas para descubrir patrones en contextos donde la intuición visual ya no alcanza.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Panorama del curso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Familias de problemas que se estudiarán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91440" cy="1508760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64792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Reducción de dimensión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67128"/>
            <a:ext cx="48006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Representar datos complejos con menos componentes.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00200"/>
            <a:ext cx="91440" cy="150876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64792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Clustering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67128"/>
            <a:ext cx="48006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Identificar agrupaciones por similitud.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20440"/>
            <a:ext cx="91440" cy="15087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85032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Sistemas de recomendación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087368"/>
            <a:ext cx="48006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Sugerir elementos a partir de patrones de interacción.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5204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520440"/>
            <a:ext cx="91440" cy="1508760"/>
          </a:xfrm>
          <a:prstGeom prst="rect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685032"/>
            <a:ext cx="4800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Análisis geográfico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087368"/>
            <a:ext cx="480060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Explorar estructuras y puntos calientes en el espacio.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5623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Una pregunta común conecta todos los temas: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59618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3CC3"/>
                </a:solidFill>
              </a:rPr>
              <a:t>¿Qué estructura útil puede extraerse de datos sin etiquetas?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debes evitar al interpretar problemas no supervisados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91440" cy="155448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Inventar una etiqueta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21408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El algoritmo no conoce “riesgo alto” o “riesgo bajo” de antemano. Esa interpretación surge después.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91440" cy="15544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Confundir grupo con verdad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21408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Un clúster es una estructura analítica; no necesariamente representa una categoría real o definitiva.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20440"/>
            <a:ext cx="91440" cy="155448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8503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Ignorar el contexto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087368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La similitud matemática debe traducirse a una interpretación útil para el problema.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520440"/>
            <a:ext cx="5166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520440"/>
            <a:ext cx="91440" cy="1554480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68503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Creer que todo se 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087368"/>
            <a:ext cx="4754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Con muchas variables, la inspección visual deja de ser suficiente.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usar esto en una entrega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mínima para explicar un problema no supervisado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66928" cy="566928"/>
          </a:xfrm>
          <a:prstGeom prst="ellipse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Problema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399032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4324A"/>
                </a:solidFill>
              </a:rPr>
              <a:t>Explique qué decisión o comprensión busca la organización.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777240" y="2395728"/>
            <a:ext cx="566928" cy="5669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350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Datos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4324A"/>
                </a:solidFill>
              </a:rPr>
              <a:t>Liste las características disponibles y confirme que no hay variable respuesta.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77240" y="3328416"/>
            <a:ext cx="566928" cy="566928"/>
          </a:xfrm>
          <a:prstGeom prst="ellipse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930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Método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3264408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4324A"/>
                </a:solidFill>
              </a:rPr>
              <a:t>Justifique por qué una técnica no supervisada es pertinente.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77240" y="4261104"/>
            <a:ext cx="566928" cy="566928"/>
          </a:xfrm>
          <a:prstGeom prst="ellipse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256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4215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Resultado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4197096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4324A"/>
                </a:solidFill>
              </a:rPr>
              <a:t>Muestre la estructura encontrada: grupos, componentes o patrones.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77240" y="5193792"/>
            <a:ext cx="566928" cy="566928"/>
          </a:xfrm>
          <a:prstGeom prst="ellipse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58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5148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Interpretación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5129784"/>
            <a:ext cx="7955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24324A"/>
                </a:solidFill>
              </a:rPr>
              <a:t>Traduzca el resultado al contexto sin exagerar conclusiones.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repaso · Parte 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la opción correcta antes de revisar la respuesta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2704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1. ¿Qué elemento diferencia principalmente ambos tipos de aprendizaje?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50392" y="1856232"/>
            <a:ext cx="497433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A. El número de variables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B. La presencia de una respuesta observada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C. El tamaño de la muestra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D. El software utilizado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5148072" y="2322576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23774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R: 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3035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52704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2. ¿Qué representa xᵢ en el ejemplo?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65392" y="1856232"/>
            <a:ext cx="497433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A. La decisión final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B. El error del modelo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C. El vector de características del cliente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D. La etiqueta de riesgo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10863072" y="2322576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4512" y="23774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R: 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53035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03580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3. En el escenario no supervisado, ¿qué no está disponible?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" y="3364992"/>
            <a:ext cx="497433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A. Los predictores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B. Los clientes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C. Una variable de respuesta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D. Los datos numéricos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148072" y="3831336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3886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R: 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926080"/>
            <a:ext cx="530352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03580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4. ¿Qué tarea se propone como ejemplo no supervisado?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65392" y="3364992"/>
            <a:ext cx="497433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A. Regresión lineal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B. Clasificación con etiqueta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C. Agrupar clientes por similitud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D. Pronosticar ventas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10863072" y="3831336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54512" y="3886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R: 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97280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544568"/>
            <a:ext cx="10643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5. ¿Por qué la visualización tiene límites?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0392" y="4873752"/>
            <a:ext cx="10643616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A. Porque nunca sirve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B. Porque más de dos variables dificultan la inspección directa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C. Porque los datos siempre son categóricos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24324A"/>
                </a:solidFill>
              </a:rPr>
              <a:t>D. Porque no existen gráficos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10817352" y="5340096"/>
            <a:ext cx="594360" cy="310896"/>
          </a:xfrm>
          <a:prstGeom prst="roundRect">
            <a:avLst>
              <a:gd name="adj" fmla="val 23529"/>
            </a:avLst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08792" y="5394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R: B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repaso · Parte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aplicadas e interpretativas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607040" cy="694944"/>
          </a:xfrm>
          <a:prstGeom prst="roundRect">
            <a:avLst/>
          </a:prstGeom>
          <a:solidFill>
            <a:srgbClr val="ECF9FB"/>
          </a:solidFill>
          <a:ln w="12700">
            <a:solidFill>
              <a:srgbClr val="BD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36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6. Sin respuesta observada, el objetivo principal es…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5669280" y="1517904"/>
            <a:ext cx="5440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Descubrir estructura útil en los datos.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607040" cy="694944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C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50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7. ¿Puede llamarse “alto riesgo” a un grupo automáticamente?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669280" y="2432304"/>
            <a:ext cx="5440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No. La interpretación requiere evidencia contextual.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0607040" cy="694944"/>
          </a:xfrm>
          <a:prstGeom prst="roundRect">
            <a:avLst/>
          </a:prstGeom>
          <a:solidFill>
            <a:srgbClr val="ECF9FB"/>
          </a:solidFill>
          <a:ln w="12700">
            <a:solidFill>
              <a:srgbClr val="BDE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649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8. ¿Qué variables usa el ejemplo del video?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5669280" y="3346704"/>
            <a:ext cx="5440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Ingreso y puntaje crediticio.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0607040" cy="694944"/>
          </a:xfrm>
          <a:prstGeom prst="roundRect">
            <a:avLst/>
          </a:prstGeom>
          <a:solidFill>
            <a:srgbClr val="F4F0FB"/>
          </a:solidFill>
          <a:ln w="12700">
            <a:solidFill>
              <a:srgbClr val="D9C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793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9. ¿Qué supervisa un modelo supervisado?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669280" y="4261104"/>
            <a:ext cx="5440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La respuesta observada asociada a cada vector xᵢ.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10607040" cy="694944"/>
          </a:xfrm>
          <a:prstGeom prst="roundRect">
            <a:avLst/>
          </a:prstGeom>
          <a:solidFill>
            <a:srgbClr val="ECF9FB"/>
          </a:solidFill>
          <a:ln w="12700">
            <a:solidFill>
              <a:srgbClr val="BD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193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10. ¿Qué aporta el clustering?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669280" y="5175504"/>
            <a:ext cx="54406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24A"/>
                </a:solidFill>
              </a:rPr>
              <a:t>Agrupa observaciones según similitud de características.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taller práctico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 el planteamiento de un análisis no supervisado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91440" cy="4251960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81912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Enunciado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324612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Una cooperativa dispone de datos de sus clientes: ingresos, nivel de endeudamiento, antigüedad y número de productos financieros. No tiene una etiqueta previa de “tipo de cliente”.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Propón un análisis para identificar perfiles.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2971800" cy="425196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17320"/>
            <a:ext cx="91440" cy="425196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819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Actividades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984248"/>
            <a:ext cx="256032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1. Identifica xᵢ.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2. Explica por qué no es supervisado.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3. Formula una pregunta de agrupación.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4. Indica cómo interpretarías los grupos.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5. Señala una precaución.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41732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417320"/>
            <a:ext cx="91440" cy="42519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58191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Solución esperada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1984248"/>
            <a:ext cx="3154680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xᵢ contiene las cuatro características. No existe yᵢ. Puede buscarse si emergen perfiles homogéneos. Luego se describen los grupos según sus promedios o patrones, sin asumir que representan categorías “verdaderas”.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visual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esencial del video en una sola página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91440" cy="1143000"/>
          </a:xfrm>
          <a:prstGeom prst="rect">
            <a:avLst/>
          </a:prstGeom>
          <a:solidFill>
            <a:srgbClr val="12C2D9"/>
          </a:solidFill>
          <a:ln w="12700">
            <a:solidFill>
              <a:srgbClr val="12C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7335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Datos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075688"/>
            <a:ext cx="2971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xᵢ: características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91440" cy="114300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7335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Falta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075688"/>
            <a:ext cx="2971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No existe yᵢ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21040" y="150876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508760"/>
            <a:ext cx="91440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67335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075688"/>
            <a:ext cx="2971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No se puede predecir una respuesta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17520"/>
            <a:ext cx="91440" cy="1143000"/>
          </a:xfrm>
          <a:prstGeom prst="rect">
            <a:avLst/>
          </a:prstGeom>
          <a:solidFill>
            <a:srgbClr val="6F3CC3"/>
          </a:solidFill>
          <a:ln w="12700">
            <a:solidFill>
              <a:srgbClr val="6F3C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18211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Oportunidad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584448"/>
            <a:ext cx="2971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Descubrir estructura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017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017520"/>
            <a:ext cx="91440" cy="1143000"/>
          </a:xfrm>
          <a:prstGeom prst="rect">
            <a:avLst/>
          </a:prstGeom>
          <a:solidFill>
            <a:srgbClr val="2E9D72"/>
          </a:solidFill>
          <a:ln w="12700">
            <a:solidFill>
              <a:srgbClr val="2E9D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8211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Ejemplo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584448"/>
            <a:ext cx="2971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Clústeres de clientes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3017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8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017520"/>
            <a:ext cx="91440" cy="11430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318211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Valor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3584448"/>
            <a:ext cx="29718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24A"/>
                </a:solidFill>
              </a:rPr>
              <a:t>Escalar a alta dimensión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143000" y="4983480"/>
            <a:ext cx="9875520" cy="8686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523036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Aprendizaje no supervisado = extraer información útil sin una variable de respuesta observada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estudio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107899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cada afirmación cuando puedas explicarla con tus propias palabras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14173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Diferencio aprendizaje supervisado y no supervisado.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914400" y="2029968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07568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Identifico qué representa xᵢ y cuándo existe yᵢ.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914400" y="2688336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73405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Puedo explicar por qué el análisis no supervisado trabaja “sin supervisión”.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14400" y="3346704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392424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Comprendo la idea de agrupar por similitud.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14400" y="4005072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40507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Sé por qué dos variables pueden visualizarse y muchas variables no.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47091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Puedo interpretar un clúster sin convertirlo en una verdad absoluta.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14400" y="5321808"/>
            <a:ext cx="384048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C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5367528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24A"/>
                </a:solidFill>
              </a:rPr>
              <a:t>Relaciono el tema con reducción de dimensión, clustering, recomendación y análisis geográfico.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4389120" y="5989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3CC3"/>
                </a:solidFill>
              </a:rPr>
              <a:t>Frase de cierre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62636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Cuando no hay etiquetas, la pregunta cambia: no buscamos predecir; buscamos descubrir.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3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Aprendizaje No Supervisado</dc:title>
  <dc:subject>Guía visual de estudio - Aprendizaje No Supervisado</dc:subject>
  <dc:creator>OpenAI</dc:creator>
  <cp:lastModifiedBy>OpenAI</cp:lastModifiedBy>
  <cp:revision>1</cp:revision>
  <dcterms:created xsi:type="dcterms:W3CDTF">2026-08-04T02:22:31Z</dcterms:created>
  <dcterms:modified xsi:type="dcterms:W3CDTF">2026-08-04T02:22:31Z</dcterms:modified>
</cp:coreProperties>
</file>